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i165WMlurL+LRJUlX4CN382RNg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T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TR"/>
              <a:t>Project Title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7"/>
            <a:ext cx="9144000" cy="2133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TR"/>
              <a:t>[Member Names]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TR"/>
              <a:t>COMP 202 Software Engineering, Spring 2026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TR"/>
              <a:t>Outline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TR"/>
              <a:t>Purpose of the Project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TR"/>
              <a:t>The aim of your project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TR"/>
              <a:t>Platform and Technologies</a:t>
            </a: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TR"/>
              <a:t>The platform (web, mobile, etc), programming lang., technologies that you used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TR"/>
              <a:t>Requirements</a:t>
            </a:r>
            <a:endParaRPr/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TR"/>
              <a:t>Overall key requirements you collected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TR"/>
              <a:t>Difficulties &amp; Issues</a:t>
            </a:r>
            <a:endParaRPr/>
          </a:p>
        </p:txBody>
      </p:sp>
      <p:sp>
        <p:nvSpPr>
          <p:cNvPr id="115" name="Google Shape;115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TR"/>
              <a:t>The difficulties and issues that you have faced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TR"/>
              <a:t>What You Learned</a:t>
            </a:r>
            <a:endParaRPr/>
          </a:p>
        </p:txBody>
      </p:sp>
      <p:sp>
        <p:nvSpPr>
          <p:cNvPr id="121" name="Google Shape;121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TR"/>
              <a:t>List here whatever you learned by developing the project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2022-06-03T16:46:17Z</dcterms:created>
  <dc:creator>Mehmet Gökhan Bakal</dc:creator>
</cp:coreProperties>
</file>