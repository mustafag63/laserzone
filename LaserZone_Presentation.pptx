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165WMlurL+LRJUlX4CN382RNgD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90"/>
  </p:normalViewPr>
  <p:slideViewPr>
    <p:cSldViewPr snapToGrid="0">
      <p:cViewPr varScale="1">
        <p:scale>
          <a:sx n="119" d="100"/>
          <a:sy n="119" d="100"/>
        </p:scale>
        <p:origin x="50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T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dirty="0" err="1"/>
              <a:t>LaserZone</a:t>
            </a:r>
            <a:r>
              <a:t> – Online Reservation System</a:t>
            </a:r>
          </a:p>
        </p:txBody>
      </p:sp>
      <p:sp>
        <p:nvSpPr>
          <p:cNvPr id="85" name="Google Shape;85;p1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133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>Mustafa Göçmen · Tuna Öcal · Muhammet Gümüş
Begüm Rana Türkoğlu · Eylül Sena Altunsaray
COMP 202 Software Engineering,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>Outline</a:t>
            </a:r>
          </a:p>
        </p:txBody>
      </p:sp>
      <p:sp>
        <p:nvSpPr>
          <p:cNvPr id="91" name="Google Shape;91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>1. Purpose of the Project
2. Platform &amp; Technologies
3. Key Requirements
4. Difficulties &amp; Issues
5. What We Learned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dirty="0"/>
              <a:t>Purpose of th</a:t>
            </a:r>
            <a:r>
              <a:rPr lang="en-US" dirty="0"/>
              <a:t>e</a:t>
            </a:r>
            <a:r>
              <a:rPr dirty="0"/>
              <a:t> Project</a:t>
            </a:r>
          </a:p>
        </p:txBody>
      </p:sp>
      <p:sp>
        <p:nvSpPr>
          <p:cNvPr id="97" name="Google Shape;97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dirty="0" err="1"/>
              <a:t>LaserZone</a:t>
            </a:r>
            <a:r>
              <a:rPr dirty="0"/>
              <a:t> is a web-based reservation management system for a laser tag entertainment business.
 Customers can register, browse available time slots, and book sessions online</a:t>
            </a:r>
            <a:endParaRPr lang="tr-T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dirty="0"/>
              <a:t> Group Matchmaking: a group leader can open a reservation publicly so other users can request to join and fill the session collaboratively
Admins can manage all reservations, configure working hours, slot durations, and capacity
Payments are handled on-site; the platform focuses entirely on reservation logistics
Goal: Replace manual phone/walk-in bookings with a self-service online platform that reduces no-shows, simplifies group coordination, and gives staff a real-time operational 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dirty="0"/>
              <a:t>Platform &amp; Technologies</a:t>
            </a:r>
          </a:p>
        </p:txBody>
      </p:sp>
      <p:sp>
        <p:nvSpPr>
          <p:cNvPr id="103" name="Google Shape;103;p4"/>
          <p:cNvSpPr txBox="1">
            <a:spLocks noGrp="1"/>
          </p:cNvSpPr>
          <p:nvPr>
            <p:ph type="body" idx="1"/>
          </p:nvPr>
        </p:nvSpPr>
        <p:spPr>
          <a:xfrm>
            <a:off x="838200" y="1373803"/>
            <a:ext cx="10515600" cy="483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spcBef>
                <a:spcPts val="0"/>
              </a:spcBef>
              <a:buSzPts val="2800"/>
              <a:buNone/>
            </a:pPr>
            <a:r>
              <a:rPr sz="1800" dirty="0"/>
              <a:t>Platform: Web Application</a:t>
            </a:r>
            <a:endParaRPr lang="tr-TR" sz="18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tr-TR" sz="18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800" dirty="0"/>
              <a:t>Frontend
• </a:t>
            </a:r>
            <a:r>
              <a:rPr sz="1800" dirty="0" err="1"/>
              <a:t>React.js</a:t>
            </a:r>
            <a:r>
              <a:rPr sz="1800" dirty="0"/>
              <a:t> — component-based SPA
• </a:t>
            </a:r>
            <a:r>
              <a:rPr sz="1800" dirty="0" err="1"/>
              <a:t>TailwindCSS</a:t>
            </a:r>
            <a:r>
              <a:rPr sz="1800" dirty="0"/>
              <a:t> — utility-first responsive styling
• Context API — auth &amp; language state management
• TR / EN multilingual UI
Backend
• Node.js + Express — REST API server
• JWT (JSON Web Tokens) — stateless authentication
• </a:t>
            </a:r>
            <a:r>
              <a:rPr sz="1800" dirty="0" err="1"/>
              <a:t>bcrypt</a:t>
            </a:r>
            <a:r>
              <a:rPr sz="1800" dirty="0"/>
              <a:t> — password hashing
Database
• MySQL — relational schema (users, reservations, groups, slots, notifications)
Dev &amp; Collaboration
• GitHub — version control &amp; pull requests
• Jest + </a:t>
            </a:r>
            <a:r>
              <a:rPr sz="1800" dirty="0" err="1"/>
              <a:t>Supertest</a:t>
            </a:r>
            <a:r>
              <a:rPr sz="1800" dirty="0"/>
              <a:t> — unit &amp; integration testing (57 tests across 4 suites)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dirty="0"/>
              <a:t>Requirements</a:t>
            </a:r>
          </a:p>
        </p:txBody>
      </p:sp>
      <p:sp>
        <p:nvSpPr>
          <p:cNvPr id="109" name="Google Shape;109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800" dirty="0"/>
              <a:t>Functional Requirements
• User registration &amp; JWT-secured login
• Individual reservation: create, edit, cancel, view history
• Live slot availability with configurable working hours, duration &amp; capacity
• Open group reservations: create, browse, send join request, leader approve/reject
• Group member leave requests &amp; leader direct-removal flow
• Auto-lock group when party size is full
• Admin panel: view all reservations with filters, approve/cancel, configure slots &amp; block dates
• In-app notifications (join approved/rejected, group full, group cancelled)
• Reservation &amp; game history per user
• Occupancy reports &amp; chart dashboard for admins
Non-Functional Requirements
• Role-based access control (customer vs. admin)
• Conflict-free booking (one group per slot rule)
• Responsive design across desktop &amp; mobile
• API test coverage (57 automated tests)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dirty="0"/>
              <a:t>Difficulties &amp; Issues</a:t>
            </a:r>
          </a:p>
        </p:txBody>
      </p:sp>
      <p:sp>
        <p:nvSpPr>
          <p:cNvPr id="115" name="Google Shape;115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800" dirty="0"/>
              <a:t>• Group slot conflict detection: enforcing that no two groups or individual reservations could overlap the same time slot required careful DB-level constraint design and API-level validation.
• Leave/removal workflow complexity: coordinating member leave requests alongside direct leader removal — while keeping group capacity counts consistent — involved multiple state transitions and edge-case handling.
• Real-time availability without </a:t>
            </a:r>
            <a:r>
              <a:rPr sz="1800" dirty="0" err="1"/>
              <a:t>WebSockets</a:t>
            </a:r>
            <a:r>
              <a:rPr sz="1800" dirty="0"/>
              <a:t>: without a dedicated WebSocket server, we approximated real-time slot updates using 30-second polling on the notification bell and dynamic slot fetches on the reservation modal.
• Multilingual UI integration: retrofitting TR/EN support across all existing components required a shared language context and careful string management without breaking layout.
• Test isolation: mocking the MySQL connection pool in Jest so unit tests ran without a real database — while still catching real SQL logic errors — needed deliberate setup of fake query responses.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dirty="0"/>
              <a:t>What We Learned</a:t>
            </a:r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sz="1600" dirty="0"/>
              <a:t>• Full-stack REST API design: structuring controllers, models, middleware, and routes cleanly so each layer has a single responsibility.
• JWT authentication flow: understanding token issuance, storage, and protected route enforcement from both the API and client sides.
• Relational database modelling: designing </a:t>
            </a:r>
            <a:r>
              <a:rPr sz="1600" dirty="0" err="1"/>
              <a:t>normalised</a:t>
            </a:r>
            <a:r>
              <a:rPr sz="1600" dirty="0"/>
              <a:t> schemas with foreign keys, </a:t>
            </a:r>
            <a:r>
              <a:rPr sz="1600" dirty="0" err="1"/>
              <a:t>enums</a:t>
            </a:r>
            <a:r>
              <a:rPr sz="1600" dirty="0"/>
              <a:t>, and unique constraints to enforce business rules at the data layer.
• Agile / Scrum in practice: running sprint planning, task assignment on a shared board, and iterative delivery with a 5-person team across 4 sprints.
• Test-driven thinking: writing unit and integration tests with Jest + </a:t>
            </a:r>
            <a:r>
              <a:rPr sz="1600" dirty="0" err="1"/>
              <a:t>Supertest</a:t>
            </a:r>
            <a:r>
              <a:rPr sz="1600" dirty="0"/>
              <a:t> taught us to think about edge cases before writing production code.
• Team collaboration via GitHub: working with feature branches, pull requests, and code reviews to avoid merge conflicts and maintain code quality.
• UI state management: using React Context API for auth and language state instead of prop-drilling improved maintainability significantly.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825</Words>
  <Application>Microsoft Macintosh PowerPoint</Application>
  <PresentationFormat>Widescreen</PresentationFormat>
  <Paragraphs>17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LaserZone – Online Reservation System</vt:lpstr>
      <vt:lpstr>Outline</vt:lpstr>
      <vt:lpstr>Purpose of the Project</vt:lpstr>
      <vt:lpstr>Platform &amp; Technologies</vt:lpstr>
      <vt:lpstr>Requirements</vt:lpstr>
      <vt:lpstr>Difficulties &amp; Issues</vt:lpstr>
      <vt:lpstr>What We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Mehmet Gökhan Bakal</dc:creator>
  <cp:lastModifiedBy>Mustafa Göçmen</cp:lastModifiedBy>
  <cp:revision>1</cp:revision>
  <dcterms:created xsi:type="dcterms:W3CDTF">2022-06-03T16:46:17Z</dcterms:created>
  <dcterms:modified xsi:type="dcterms:W3CDTF">2026-05-17T17:51:26Z</dcterms:modified>
</cp:coreProperties>
</file>